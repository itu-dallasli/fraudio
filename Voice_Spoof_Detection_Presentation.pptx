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PoC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Spoof Detection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Base+ ve Wav2Vec2 SSL encoder'larıyla late fusion tabanlı audio-deepfake tespiti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42976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4297680"/>
            <a:ext cx="91440" cy="1371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43484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51560" y="50977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EER (fusion)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42976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4297680"/>
            <a:ext cx="91440" cy="1371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43484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99.93%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931920" y="50977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ROC-AUC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42976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4297680"/>
            <a:ext cx="91440" cy="1371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43484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121k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812280" y="50977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ASVspoof19 LA örnek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8978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Bisher/ASVspoof_2019_LA · HuggingFace · Google Colab A100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ses spoofing ne kadar gerçek?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ve voice conversion modelleri saniyeler içinde insan ses imitasyonu üretebiliyor.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36118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Tehdit yüzeyi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606040"/>
            <a:ext cx="32095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Bankaların ses doğrulaması (voice OTP)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Politik dezenformasyon, sahte demeçler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Telefon dolandırıcılığı (CEO scam)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Mahkeme delili olarak kötüye kullanım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920240"/>
            <a:ext cx="3611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14884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Görev tanımı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8848" y="2606040"/>
            <a:ext cx="32095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 konuşmayı ikili sınıflandır: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bonafide — gerçek insan konuşması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spoof    — TTS / Voice Conversion çıktısı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P(spoof) ∈ [0, 1] ve karar etiketi.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920240"/>
            <a:ext cx="3611880" cy="91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14884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zor?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7888" y="2606040"/>
            <a:ext cx="32095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Spoof artefaktları zaman-frekansta çok ince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imbalance ~1:9 (bonafide:spoof)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Eval'de görülen TTS sistemleri train'de yok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Gerçek dünya bonafide ≠ studio bonafide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ayrı OOD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seti: ASVspoof 2019 LA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üzerinden Bisher/ASVspoof_2019_LA — manuel indirme yok, parquet shard streaming.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914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25,380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2628900"/>
            <a:ext cx="2423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(bona/spoof: 2,580/22,800)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828800"/>
            <a:ext cx="914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24,844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566160" y="2628900"/>
            <a:ext cx="2423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(2,548/22,296)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828800"/>
            <a:ext cx="914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71,237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00800" y="2628900"/>
            <a:ext cx="2423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(7,355/63,882)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828800"/>
            <a:ext cx="91440" cy="1371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965960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kHz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235440" y="2628900"/>
            <a:ext cx="2331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Mono, native sample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Şema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unique LA train'de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audio_file_name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Örn. LA_T_1000137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Audio(sampling_rate=16000)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16 kHz, FLAC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'-' bona, 'A01'-'A19' spoof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ClassLabel(['bonafide', 'spoof'])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bonafide, 1 = spoof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overlap yok · Eval sistemleri (A07–A19) train'de (A01–A06) görülmedi · zero-shot generalisation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Mimari: iki SSL encoder, ortak head, late fusion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farkı dışındaki her şey aynı — adil karşılaştırma için kritik.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waveform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[B, 64000]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05740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057400"/>
            <a:ext cx="73152" cy="109728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057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Base+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12-layer Transformer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379476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794760"/>
            <a:ext cx="73152" cy="109728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Base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12-layer Transformer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103120"/>
            <a:ext cx="16459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 Std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840480"/>
            <a:ext cx="16459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840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 Std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103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1536→256→2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384048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1536→256→2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2331720"/>
            <a:ext cx="731520" cy="4572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÷T₁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92640" y="4069080"/>
            <a:ext cx="731520" cy="4572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4069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÷T₂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698480" y="29718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971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(logreg)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Frame-level [B, T', 768] → masked pool → [B, 1536] → Linear(1536→256) + LayerNorm + GELU + Dropout(0.3) → Linear(256→2)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Padding frame'leri encoder._get_feat_extract_output_lengths ile mask'lenir, pooling'e dahil edilmez.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 backbone karşılaştırması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head, aynı pipeline. Tek değişen: encoder ön-eğitim verisi ve objektifi.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 Base+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Wav2Vec2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Yayınlayan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(2021)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AI (2020)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 veri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94,000 saat konuşma + denoising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LibriSpeech 960 saat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speech denoising + contrastive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(vocoded chunks)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boyutu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Açılan katman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4 transformer +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4 transformer +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Bizim Eval 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Bizim Eval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backbone tek başına yakın performansta — fusion için bu bir avantaj: complementary error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Masked mean+std pooling: padding sızıntısını önle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mean ile spoof TTS'in 'düz' zaman seyri ile bonafide'nin doğal varyasyonu ayırt edilemez.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Formüller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M[b, t] = 1   eğer t &lt; length(b),  yoksa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mean[b]  =  Σ_t H[b,t] · M[b,t]   /   Σ_t M[b,t]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std[b]   =  √( Σ_t (H[b,t] − mean[b])² · M[b,t] / Σ_t M[b,t] 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pooled[b] = concat(mean[b], std[b])   →  [B, 1536]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Linear(1536 → 256)  →  LayerNorm  →  GELU  →  Dropout(0.3)  →  Linear(256 → 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 for both backbones → only encoder differs in ablation.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828800"/>
            <a:ext cx="3931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80960" y="1828800"/>
            <a:ext cx="3931920" cy="91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2057400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mean + std?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82128" y="2514600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sistemleri ortalama spektrumu yakalar; vokoder titreşimleri varyans olarak görünür. Std pooling bu varyansı ölçer.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3886200"/>
            <a:ext cx="3931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0" y="3886200"/>
            <a:ext cx="393192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4114800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partial fine-tune?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82128" y="4572000"/>
            <a:ext cx="3529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Encoder'ın son 4 transformer katmanı + feature_projection açık; CNN feature extractor donduruldu. Tam fine-tune ASVspoof'ta hızlı overfit eder.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Augmentation: clean studio'dan gerçek dünyaya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train partition'ında uygulanır. Son iki satır OOD robustness için kritik.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384048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0.005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Mikrofon noise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shift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±10% of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 invariance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Single-tap reverb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50–150 ms gecikme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 akustiği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Phone-band filter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 Hz HP, 3.0–3.8 kHz 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/ VoIP spektrumu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μ-law re-encoding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 / 12-bit, G.711-style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6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 artefaktları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2303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son iki satır altın renkte?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577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Mikrofon/browser üzerinden gelen bonafide audio WebRTC AGC + codec'ten geçer. Bu kanalı eğitime sokmazsan model 'codec artefaktı = TTS' sanır → kullanıcının kendi sesini spoof olarak işaretler.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Eğitim pipeline'ı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ASVspoof'un 1:9 class imbalance'ına karşı sampler + label smoothing + erken durma kombinasyonu.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53312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(inverse-frequency)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~50:50 batch dağılımı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182880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98648" y="26974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98648" y="310896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+ label_smoothing 0.10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(P=0.9999 yasak)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74336" y="182880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79008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11496" y="26974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11496" y="310896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iki LR grubu: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2e-5  ·  head 5e-4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87184" y="182880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91856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185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24344" y="26974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24344" y="310896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+ warmup 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 1.0  ·  BF16 (A100)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00032" y="182880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04704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0470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37192" y="26974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 durma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37192" y="310896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epoch · best.pt = en düşük dev 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Class-collapse early warning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Önceki 8 epoch run epoch 5–6 civarı OOD overfit'e geçmişti — 4 epoch'a indirildi.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5349240"/>
            <a:ext cx="914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486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731520" y="5998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(down from 8)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29000" y="53492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29000" y="5349240"/>
            <a:ext cx="914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5486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3611880" y="5998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(ε)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53492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09360" y="5349240"/>
            <a:ext cx="914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5486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BF16</a:t>
            </a:r>
            <a:endParaRPr lang="en-US" sz="4400" dirty="0"/>
          </a:p>
        </p:txBody>
      </p:sp>
      <p:sp>
        <p:nvSpPr>
          <p:cNvPr id="45" name="Text 43"/>
          <p:cNvSpPr/>
          <p:nvPr/>
        </p:nvSpPr>
        <p:spPr>
          <a:xfrm>
            <a:off x="6492240" y="5998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(A100)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89720" y="5349240"/>
            <a:ext cx="2423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189720" y="5349240"/>
            <a:ext cx="91440" cy="109728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2600" y="54864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min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9372600" y="59984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A100'de toplam eğitim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scaling: güven kalibrasyonu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skaler T dev set'te L-BFGS ile fit edilir. Eval seti calibration'a sızmaz.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91440" cy="14630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 = argmin_T  −Σ_i log softmax(logits_i / T)[y_i],   T &gt; 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Log-parametrised, single scalar per encoder.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960120"/>
                <a:gridCol w="960120"/>
                <a:gridCol w="960120"/>
                <a:gridCol w="1051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 before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 after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W2V before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W2V after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T*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NLL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≈ 2 anlamı: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5074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softmax çıkışı biraz 'fazla sivri' — gerçek doğruluk oranından daha yüksek confidence basıyor. T = 2 ile bölünce kalibrasyon hatası (ECE) 0.0049'dan 0.0017'ye düşüyor. Önceki bozuk run'da T = 0.085 çıkıyordu — sinyal yokken calibration'ın çırpınması.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fusion: üç strateji, dev'de yarıştır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 dev EER'de en iyi olan kazanır. Eval bu seçime karışmaz.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36576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Average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0.5·P_wavlm + 0.5·P_w2v2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EER: 0.19%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EER: 1.08%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basit baseline; baz çizgisi.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828800"/>
            <a:ext cx="36576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Weighted (α sweep)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α·P_wavlm + (1−α)·P_w2v2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α* = argmin_α dev EER (21 nokta)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α* = 0.50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EER: 0.19%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EER: 1.08%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691640"/>
            <a:ext cx="365760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62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691640"/>
            <a:ext cx="3657600" cy="91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Logistic regression  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496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Δz = z_spoof − z_bona  (calibrated)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σ( 0.80·Δz_wavlm + 0.76·Δz_w2v2 + 2.31 )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EER: 0.18%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 EER: 1.02%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49640" y="4251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katsayı yakın — encoder'lar complementary.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= ASVspoof19 LA test split (71,237 örnek). Calibration ve fusion ağırlığı seçimi yalnız dev'de yapılır.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Sonuçlar: yayın-kalitesi seviyesinde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2019 LA eval — 71,237 örnek üzerinde.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914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Eval EER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828800"/>
            <a:ext cx="914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61188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Eval EER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828800"/>
            <a:ext cx="91440" cy="18288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1.02%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Eval EER 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828800"/>
            <a:ext cx="91440" cy="18288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9659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99.93%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37260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ROC-AUC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Karşılaştırma tablosu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737360"/>
                <a:gridCol w="1737360"/>
                <a:gridCol w="173736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(spoof)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t-DCF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T*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WavLM Base+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Wav2Vec2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(logreg)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Tipik literatür aralığı SSL-tabanlı sistemlerde 0.5–3% EER — sistem alt sınırda konumlanıyor.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akışı ve karar mantığı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her uzunlukta — kısa için 4 sn center crop, uzun için sliding window (4 sn, 2 sn stride).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32634" y="2103120"/>
            <a:ext cx="91440" cy="22860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+ 16 kHz + peak norm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207154" y="2103120"/>
            <a:ext cx="91440" cy="22860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+ Wav2Vec2 forward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81674" y="2103120"/>
            <a:ext cx="91440" cy="22860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÷T₁, ÷T₂ calibrate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956194" y="2103120"/>
            <a:ext cx="91440" cy="22860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fusion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9830714" y="2103120"/>
            <a:ext cx="91440" cy="22860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mantığı (öncelik sırasıyla)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Encoder'lar farklı + |P₁ − P₂| ≥ 0.30 → 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3319272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3192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|P_fused − threshold| &lt; 0.12 → 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03920" y="3822192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0.45 →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503920" y="4325112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325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9728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P_fused ≥ 0.65 → 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503920" y="4828032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828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972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takdirde → 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503920" y="5330952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5330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BONAFIDE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=  min(1,  2 · |P_fused − threshold|)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Gradio canlı demo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Mikrofon kaydı + dosya upload + hazır bonafide / spoof örnekleri + canlı eşik slider'ı.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54864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57400"/>
            <a:ext cx="5084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Arayüz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514600"/>
            <a:ext cx="508406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Mikrofon kaydı veya WAV/MP3/FLAC upload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Hazır örnekler: bonafide.flac + spoof.flac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(ASVspoof19 LA test split'inden çekildi)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threshold slider (0.30–0.95)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Uncertainty margin slider (0.00–0.30)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final decision + confidence,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WavLM P, Wav2Vec2 P, fusion 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agreement, gerekçe metni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sn'den uzun ses → per-window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spoof probability grafiği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 demo akışı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651760"/>
            <a:ext cx="457200" cy="4572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9516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bonafide.flac → Analyse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Beklenen: BONAFIDE, yüksek confidence. Model in-distribution güçlü.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61188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886200"/>
            <a:ext cx="457200" cy="4572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3703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spoof.flac → Analyse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4114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Beklenen: SPOOF, yüksek confidence. Eğitilen problemi çözüyor.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84632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5120640"/>
            <a:ext cx="457200" cy="4572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4937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Mikrofonla kendi sesini 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5349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Olası: UNCERTAIN ya da threshold'a göre BONAFIDE / SPOOF. Slider'la canlı oynat.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 --wavlm-checkpoint ...  --wav2vec2-checkpoint ...  --fusion-bundle ...  --share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1109441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Spoof Detection · WavLM + Wav2Vec2 · ITU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99855" y="6547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Bilinen sınırlamalar ve gelecek çalışma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dürüstlük: sistem clean studio'da neredeyse hatasız, gerçek mikrofonda kırılgan.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Olgu: kullanıcı sesi → 99.99% SPOOF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bonafide = 2018 studio kayıt, native 16 kHz, temiz oda.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kaydı = WebRTC AGC + noise suppression + codec yeniden örnekleme + donanım frekans cevabı.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 artefaktları eğitimde görmedi → 'TTS artefaktı' sanıyor.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run'da uygulanan azaltıcılar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Phone-band bandpass (p=0.35) + μ-law codec (p=0.25) augmentation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smoothing ε=0.10 (confidence saturation engellenir)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Epoch 8 → 4 (overfit'e zaman vermeme)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threshold default 0.5 → 0.65, demoda canlı slider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828800"/>
            <a:ext cx="530352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çalışma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Kısa vadeli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834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Küçük gerçek-dünya bonafide set'iyle post-hoc calibration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RIR + background noise dataset (MUSAN, RIRs)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RawBoost: time/freq masking, convolutive noise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 vadeli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389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ASVspoof5 / WaveFake / ADD2023 ile yeniden değerlendirme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adaptation: feature-level adversarial alignment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Neural-vocoder spesifik artefakt detektörü eklentisi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HF Spaces'te kalıcı public demo + telemetry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188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· QUESTIONS?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Spoof Detection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Base+  +  Wav2Vec2 Base  →  Logistic-regression fusion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520440"/>
            <a:ext cx="5303520" cy="91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3749040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4206240"/>
            <a:ext cx="49011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     github.com/itu-dallasli/Fraudio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  huggingface.co/datasets/Bisher/ASVspoof_2019_LA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Encoders:   microsoft/wavlm-base-plus, facebook/wav2vec2-base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Doküman:    DOCS.md (teknik referans)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Colab:      Voice_Spoof_Detection_Colab.ipynb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520440"/>
            <a:ext cx="5212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3520440"/>
            <a:ext cx="5212080" cy="91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3749040"/>
            <a:ext cx="4809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Take-aways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4206240"/>
            <a:ext cx="4809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İki SSL backbone + ortak head → adil ablation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 sampler + label smoothing class collapse'ı önler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 scaling + logreg fusion → ECE %0.17 + EER %1.02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OOD failure modu açıkça raporlandı (real-world mic)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 reprodüksiyon Colab notebook + DOCS.md 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63550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github.com/itu-dallasli/Fraudio  ·  DOCS.md  ·  python app.py --share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Spoof Detection — Technical Overview</dc:title>
  <dc:subject>PptxGenJS Presentation</dc:subject>
  <dc:creator>Fraudio team</dc:creator>
  <cp:lastModifiedBy>Fraudio team</cp:lastModifiedBy>
  <cp:revision>1</cp:revision>
  <dcterms:created xsi:type="dcterms:W3CDTF">2026-06-19T11:10:11Z</dcterms:created>
  <dcterms:modified xsi:type="dcterms:W3CDTF">2026-06-19T11:10:11Z</dcterms:modified>
</cp:coreProperties>
</file>